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2975" y="307777"/>
            <a:ext cx="811657" cy="747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6866" y="239957"/>
            <a:ext cx="2516508" cy="600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59272" y="1011050"/>
            <a:ext cx="3154928" cy="6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91750" y="328550"/>
            <a:ext cx="2298600" cy="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White Background: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90675" y="2198250"/>
            <a:ext cx="28923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Transparent</a:t>
            </a:r>
            <a:r>
              <a:rPr lang="en" sz="1800">
                <a:solidFill>
                  <a:schemeClr val="dk2"/>
                </a:solidFill>
              </a:rPr>
              <a:t> Background: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20350" y="2319825"/>
            <a:ext cx="1251650" cy="131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4504" y="4038414"/>
            <a:ext cx="844034" cy="84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03280" y="3952704"/>
            <a:ext cx="3608680" cy="678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